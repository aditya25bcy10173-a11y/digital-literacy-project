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03BE-859C-9CD0-96CD-06031424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C9180-6EC1-E0F7-5EBC-711A15711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F81B-2D54-C87A-078A-AD849206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3CF06-4A4A-921D-F4B2-8DEBCCBA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3DFF2-C86D-0276-C640-A9BDD370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78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0C6F-D592-E9EC-FCF0-E0BCBF36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B86F-5D49-763D-055F-F7289E53C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F20AF-8B01-E41D-D38F-30E27A4C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4017-BEAB-29AF-45CA-AE7A72FF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6713-BBF1-6644-34C9-25D058D9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5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A24F-96EB-27B2-BCBA-E4C704BF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47947-C4B6-7490-6871-800243939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AE34-7840-3630-751B-179325FC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9A143-548C-133D-8C59-AF47FB95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FF8EC-F8AE-BD04-7316-55BCD470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10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ABEC-74A8-21E7-2C6A-0311A205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9923B-D341-66A7-966B-A2E5B943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69935-5055-0E8F-1D04-EB39CCBED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06AE0-22C8-B4C6-6BCD-E71244D2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BB272-96B4-FD0C-A7C0-E1C0F5F5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B68F5-619E-9FB9-ECB1-0FFC0D9A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3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51C6-8262-74CA-F54C-E7C9BCF4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9772-EC07-6601-3C18-7F338265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405BA-35EC-604E-E88C-5A782590F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15418-B5CA-4C6E-7433-880AFC783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D0ED8-36A3-47B8-84A1-EB900D40C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9359E-1301-AD51-0E9B-BE5B1542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B679E-7D0C-AFF1-8586-6046AA36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52E32-6BCC-D00C-83BD-AAA58B6D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674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137D-12E2-2681-9BEC-59B9EFED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3A3A8-F4A7-5429-731B-D1C23C41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CAD44-ECF5-590C-3B0C-CEE3EC59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9E777-DC1C-83EA-7CE1-2D48CC65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71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87288-C157-4DC8-B097-67ACEF27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5257-1050-32E3-3625-D2A9959C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51B1-21DE-6BEB-C968-55DDB6FB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69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DEC8-557D-ED9C-1F9E-3B7E4FCD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8185-8F0D-E0FF-A5DB-764D3EE39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B550B-27A5-440E-6EE1-750FC63A0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F047F-72E4-246E-892A-C1BE3718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F8D47-AD85-A3A0-8B32-4C4E166C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3BE04-3D64-69D3-3F71-F3A9BDE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76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ADB3-7D4A-5220-929E-A86DEEB0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3B7F7-0D14-07C6-91F8-2BCA099C5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63064-163D-EC25-31F5-DD591A120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9AADD-FBB0-3020-5713-68EEE005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BE31D-BDD3-96F5-9C89-AFBAD877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8DE06-14B8-1978-94BA-722672D7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11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89C2-14AC-4E5F-5BEB-43CB87F1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9EF6-DA80-8743-30C4-48A4AD441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D0FDD-3420-AFA7-CC1C-CBF3D3F7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239A2-94DB-BD48-73F1-55A23575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7F95-049B-AC51-5028-D1F34C39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36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0BBBB-1B42-7E1F-D187-A91C8F3F4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0D001-53D3-CF4E-E463-28B795DA7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CA5A1-F5C3-9109-32E5-72DD7768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0E2C-CB08-56CE-F523-CE38C95F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F03-2D1F-D622-E559-1F309900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6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E521A-39EA-CBC1-7EFD-D9D3C517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40E23-C88C-7928-1E82-3A1E9B19C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6E1F8-4C27-B7F1-120D-5E094CDD6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AE96F-49D8-4C3B-8EF1-84511D33921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1E26E-862F-157B-1530-E9AD3776A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945C-A6A3-F416-EAB9-0B30D67C2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F03C8-5F84-498F-87CD-7E41D2A06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9453-25E6-9078-3422-AFA42E14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09323E-A177-50DC-E126-26A3B0574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4" y="-76123"/>
            <a:ext cx="10225548" cy="681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7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1</cp:revision>
  <dcterms:created xsi:type="dcterms:W3CDTF">2026-03-29T12:04:41Z</dcterms:created>
  <dcterms:modified xsi:type="dcterms:W3CDTF">2026-03-29T12:05:43Z</dcterms:modified>
</cp:coreProperties>
</file>